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137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Superstore Sales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Insights Summary - Created by Vikas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i="1" u="sng" dirty="0"/>
              <a:t>Key Insights from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East region generated the highest total sales, consistently outperforming other regions.</a:t>
            </a:r>
          </a:p>
          <a:p>
            <a:r>
              <a:t>West region showed a balanced performance, with both good sales and relatively high profit.</a:t>
            </a:r>
          </a:p>
          <a:p>
            <a:r>
              <a:t>Sales peaked in March 2015, indicating a strong seasonal trend early in the year.</a:t>
            </a:r>
          </a:p>
          <a:p>
            <a:r>
              <a:t>Central region had lower profit margins despite moderate sales, suggesting cost inefficiencies.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</Words>
  <Application>Microsoft Office PowerPoint</Application>
  <PresentationFormat>On-screen Show (4:3)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Superstore Sales Dashboard</vt:lpstr>
      <vt:lpstr>Key Insights from Dashboard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vikas yadav</cp:lastModifiedBy>
  <cp:revision>2</cp:revision>
  <dcterms:created xsi:type="dcterms:W3CDTF">2013-01-27T09:14:16Z</dcterms:created>
  <dcterms:modified xsi:type="dcterms:W3CDTF">2025-05-02T11:09:19Z</dcterms:modified>
  <cp:category/>
</cp:coreProperties>
</file>